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6424-B010-4975-82B1-77F5131948CE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A7997-F626-4CFD-AD7F-69FD7618B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295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6424-B010-4975-82B1-77F5131948CE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A7997-F626-4CFD-AD7F-69FD7618B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125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6424-B010-4975-82B1-77F5131948CE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A7997-F626-4CFD-AD7F-69FD7618B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16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6424-B010-4975-82B1-77F5131948CE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A7997-F626-4CFD-AD7F-69FD7618B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118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6424-B010-4975-82B1-77F5131948CE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A7997-F626-4CFD-AD7F-69FD7618B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541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6424-B010-4975-82B1-77F5131948CE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A7997-F626-4CFD-AD7F-69FD7618B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69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6424-B010-4975-82B1-77F5131948CE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A7997-F626-4CFD-AD7F-69FD7618B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563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6424-B010-4975-82B1-77F5131948CE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A7997-F626-4CFD-AD7F-69FD7618B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865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6424-B010-4975-82B1-77F5131948CE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A7997-F626-4CFD-AD7F-69FD7618B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273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6424-B010-4975-82B1-77F5131948CE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A7997-F626-4CFD-AD7F-69FD7618B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415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6424-B010-4975-82B1-77F5131948CE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A7997-F626-4CFD-AD7F-69FD7618B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283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26424-B010-4975-82B1-77F5131948CE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A7997-F626-4CFD-AD7F-69FD7618B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161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Влияние </a:t>
            </a:r>
            <a:r>
              <a:rPr lang="ru-RU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кибератак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качество функционирования сети: </a:t>
            </a:r>
            <a:r>
              <a:rPr lang="ru-RU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как атака на доступность, механизмы защиты и очистки трафика (</a:t>
            </a:r>
            <a:r>
              <a:rPr lang="ru-RU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Scrubbing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393346"/>
            <a:ext cx="9144000" cy="1655762"/>
          </a:xfrm>
        </p:spPr>
        <p:txBody>
          <a:bodyPr/>
          <a:lstStyle/>
          <a:p>
            <a:pPr algn="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гр.</a:t>
            </a:r>
          </a:p>
          <a:p>
            <a:pPr algn="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31ИПО8481</a:t>
            </a:r>
          </a:p>
          <a:p>
            <a:pPr algn="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Федотов Роман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537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функционирования сети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функционирования сети определяется доступностью, производительностью и надежностью.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Доступность – возможность пользоваться сетевыми сервисами.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 – скорость передачи данных и время ответа.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Надежность – стабильность работы сети.</a:t>
            </a:r>
          </a:p>
          <a:p>
            <a:pPr marL="0" indent="0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-атаки могут ухудшать все эти показатели, особенно доступность.</a:t>
            </a:r>
          </a:p>
        </p:txBody>
      </p:sp>
    </p:spTree>
    <p:extLst>
      <p:ext uri="{BB962C8B-B14F-4D97-AF65-F5344CB8AC3E}">
        <p14:creationId xmlns:p14="http://schemas.microsoft.com/office/powerpoint/2010/main" val="860694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атака?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(Distributed Denial of Service) 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 распределенная атака, направленная на нарушение доступности сетевого ресурса.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 время атаки большое количество устройств отправляет запросы на сервер или сеть. Из-за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черезмерной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нагрузки ресурсы перегружаются, и обычные пользователи не могут получить доступ к сервису.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354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виды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атак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Выделяют три основных типа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-атак: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Объёмные атаки – перегружают канал связи большим количеством трафика.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Протокольные атаки – используют особенности сетевых протоколов для исчерпания ресурсов оборудования.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Атаки на приложения – создают большое количество запросов к сайтам и приложениям, перегружая сервер</a:t>
            </a:r>
          </a:p>
        </p:txBody>
      </p:sp>
    </p:spTree>
    <p:extLst>
      <p:ext uri="{BB962C8B-B14F-4D97-AF65-F5344CB8AC3E}">
        <p14:creationId xmlns:p14="http://schemas.microsoft.com/office/powerpoint/2010/main" val="3170410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Влияние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качество сети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-атаки могут приводить к следующим последствиям: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Недоступность сайтов и сетевых сервисов.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времени ответа.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Потеря пакетов данных.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Перегрузка серверов и сетевого оборудования.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Финансовые потери и снижение доверия пользователей.</a:t>
            </a:r>
          </a:p>
        </p:txBody>
      </p:sp>
    </p:spTree>
    <p:extLst>
      <p:ext uri="{BB962C8B-B14F-4D97-AF65-F5344CB8AC3E}">
        <p14:creationId xmlns:p14="http://schemas.microsoft.com/office/powerpoint/2010/main" val="34290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Признаки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атаки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Основными признаками возможной атаки являются: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Резкое увеличение сетевого трафика.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Большое количество запросов за короткое время.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при подключении к сервису.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Медленная работа сайтов.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Перегрузка процессора и памяти серверов.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подтверждения атаки необходимо анализировать сетевой трафик и журналы событий.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560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Механизмы защиты от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защиты сети применяются следующие механизмы: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Межсетевые экраны и фильтрация трафика.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Ограничение количества запросов (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Limiting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обнаружения и предотвращения вторжений.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WAF — защита веб-приложений.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CDN — распределение нагрузки между серверами.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на стороне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интернет-провайдера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эффективным подходом является сочетание нескольких механизмов защиты.</a:t>
            </a:r>
          </a:p>
        </p:txBody>
      </p:sp>
    </p:spTree>
    <p:extLst>
      <p:ext uri="{BB962C8B-B14F-4D97-AF65-F5344CB8AC3E}">
        <p14:creationId xmlns:p14="http://schemas.microsoft.com/office/powerpoint/2010/main" val="4019957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Scrubbing?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Scrubbing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это процесс очистки сетевого трафика от вредоносных запросов и пакетов.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этого используются специальные центры очистки трафика. Они анализируют поступающие данные, выявляют подозрительную активность и блокируют вредоносный трафик.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легитимные запросы пользователей могут проходить к защищаемому ресурсу.</a:t>
            </a:r>
          </a:p>
        </p:txBody>
      </p:sp>
    </p:spTree>
    <p:extLst>
      <p:ext uri="{BB962C8B-B14F-4D97-AF65-F5344CB8AC3E}">
        <p14:creationId xmlns:p14="http://schemas.microsoft.com/office/powerpoint/2010/main" val="2828144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Как работает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Scrubbing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очистки трафика состоит из нескольких этапов: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Обнаружение аномального сетевого трафика.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Перенаправление трафика в центр очистки.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Анализ пакетов и выявление подозрительной активности.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Фильтрация вредоносного трафика.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Передача очищенного трафика к защищаемому серверу.</a:t>
            </a:r>
          </a:p>
          <a:p>
            <a:pPr marL="0" indent="0">
              <a:buNone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Scrubbing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снизить нагрузку на инфраструктуру и сохранить доступность сервисов.</a:t>
            </a:r>
          </a:p>
        </p:txBody>
      </p:sp>
    </p:spTree>
    <p:extLst>
      <p:ext uri="{BB962C8B-B14F-4D97-AF65-F5344CB8AC3E}">
        <p14:creationId xmlns:p14="http://schemas.microsoft.com/office/powerpoint/2010/main" val="1211441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способов защиты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CDN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Anycast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распределяют нагрузку между несколькими узлами сети, но не заменяют все остальные способы защиты.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WAF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Limiting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защищают веб-приложения от подозрительных запросов и чрезмерной нагрузки.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 у провайдера помогает блокировать вредоносный трафик до его поступления в сеть организации.</a:t>
            </a:r>
          </a:p>
          <a:p>
            <a:pPr marL="0" indent="0">
              <a:buNone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Scrubbing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-центр анализирует большие объёмы трафика и отбрасывает вредоносные потоки.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решения зависит от масштаба сети, типа атаки и требований к доступности.</a:t>
            </a:r>
          </a:p>
        </p:txBody>
      </p:sp>
    </p:spTree>
    <p:extLst>
      <p:ext uri="{BB962C8B-B14F-4D97-AF65-F5344CB8AC3E}">
        <p14:creationId xmlns:p14="http://schemas.microsoft.com/office/powerpoint/2010/main" val="138047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реагирования на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атаку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78922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обнаружении атаки необходимо: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Проверить показатели сети и подтвердить наличие аномалии.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Определить, какие сервисы подвергаются атаке.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Уведомить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интернет-провайдера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специалистов по информационной безопасности.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Активировать средства фильтрации и очистки трафика.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Контролировать доступность сервисов и эффективность защиты.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После завершения атаки проанализировать инцидент и улучшить защиту.</a:t>
            </a:r>
          </a:p>
        </p:txBody>
      </p:sp>
    </p:spTree>
    <p:extLst>
      <p:ext uri="{BB962C8B-B14F-4D97-AF65-F5344CB8AC3E}">
        <p14:creationId xmlns:p14="http://schemas.microsoft.com/office/powerpoint/2010/main" val="3078861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эффективности защиты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оценки эффективности защиты используются следующие показатели: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Доступность сервиса.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ответа системы.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потерянных пакетов.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ошибочно заблокированных запросов.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восстановления после атаки.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Объём вредоносного трафика, дошедшего до сервера.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Эти показатели позволяют определить, насколько успешно система справляется с атакой.</a:t>
            </a:r>
          </a:p>
        </p:txBody>
      </p:sp>
    </p:spTree>
    <p:extLst>
      <p:ext uri="{BB962C8B-B14F-4D97-AF65-F5344CB8AC3E}">
        <p14:creationId xmlns:p14="http://schemas.microsoft.com/office/powerpoint/2010/main" val="112779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-атаки представляют серьёзную угрозу для доступности и качества функционирования сети. Они могут приводить к перегрузке оборудования, увеличению задержек и отказу сетевых сервисов.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противодействия таким атакам применяются межсетевые экраны, фильтрация трафика, CDN, WAF и специализированные центры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Scrubbing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эффективная защита строится на сочетании нескольких механизмов, постоянном мониторинге и заранее подготовленном плане реагирования.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23998564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688</Words>
  <Application>Microsoft Office PowerPoint</Application>
  <PresentationFormat>Широкоэкранный</PresentationFormat>
  <Paragraphs>81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Тема Office</vt:lpstr>
      <vt:lpstr>Влияние кибератак на качество функционирования сети: DDoS как атака на доступность, механизмы защиты и очистки трафика (Scrubbing).</vt:lpstr>
      <vt:lpstr>Качество функционирования сети</vt:lpstr>
      <vt:lpstr>Что такое DDoS-атака?</vt:lpstr>
      <vt:lpstr>Основные виды DDoS-атак</vt:lpstr>
      <vt:lpstr>Влияние DDoS на качество сети</vt:lpstr>
      <vt:lpstr>Признаки DDoS-атаки</vt:lpstr>
      <vt:lpstr>Механизмы защиты от DDoS</vt:lpstr>
      <vt:lpstr>Что такое Scrubbing?</vt:lpstr>
      <vt:lpstr>Как работает Scrubbing?</vt:lpstr>
      <vt:lpstr>Сравнение способов защиты</vt:lpstr>
      <vt:lpstr>План реагирования на DDoS-атаку</vt:lpstr>
      <vt:lpstr>Оценка эффективности защиты</vt:lpstr>
      <vt:lpstr>Выводы</vt:lpstr>
    </vt:vector>
  </TitlesOfParts>
  <Company>mf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Влияние кибератак на качество функционирования сети: DDoS как атака на доступность, механизмы защиты и очистки трафика (Scrubbing).</dc:title>
  <dc:creator>Student</dc:creator>
  <cp:lastModifiedBy>Student</cp:lastModifiedBy>
  <cp:revision>5</cp:revision>
  <dcterms:created xsi:type="dcterms:W3CDTF">2026-10-19T06:16:03Z</dcterms:created>
  <dcterms:modified xsi:type="dcterms:W3CDTF">2026-10-19T07:00:50Z</dcterms:modified>
</cp:coreProperties>
</file>